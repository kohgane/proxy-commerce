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신청 명의는 고가네(개인사업자). alaz ltd·우주대행 명의는 사용하지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화면은 실제 운영 화면 캡처. 목업 아님.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 적은 다섯 가지는 전부 코드에 구현돼 있는 것. 없는 기능은 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사실만. 목표는 오너가 채운다 — 부풀리지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연동대행사 등록 신청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고가브릿지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크로스보더 소싱 → 다마켓 등록 자동화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3794760"/>
            <a:ext cx="201168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 사업자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고가네 (개인사업자)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45902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고우진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9743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연락처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49743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cigua7134@gmail.com · 010-4526-8127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3583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53583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kohganepercentiii.com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소싱 URL 하나로, 등록까지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384048" cy="384048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수집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페이지에서 제목·가격·이미지·옵션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23744" y="187452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06624" y="2057400"/>
            <a:ext cx="384048" cy="384048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06624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번역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2926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상품명·상세 (다중 프로바이더)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1688" y="187452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2057400"/>
            <a:ext cx="384048" cy="384048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4456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취급 판정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2926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금지어·브랜드·배송 가능 여부 확인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9632" y="187452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2057400"/>
            <a:ext cx="384048" cy="384048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8251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마진 산출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2926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환율·수수료·배송비 반영 실마진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37576" y="187452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0456" y="2057400"/>
            <a:ext cx="384048" cy="384048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045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0456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검수표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0456" y="2926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보고 판단하는 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75520" y="187452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058400" y="2057400"/>
            <a:ext cx="384048" cy="384048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584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마켓 등록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2926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쿠팡·스마트스토어·자사몰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069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셀러는 URL을 붙여넣고, 검수표를 보고, 등록 버튼을 누릅니다. 중간 단계는 서버가 처리합니다.</a:t>
            </a:r>
            <a:endParaRPr lang="en-US" sz="1400" dirty="0"/>
          </a:p>
        </p:txBody>
      </p:sp>
      <p:pic>
        <p:nvPicPr>
          <p:cNvPr id="35" name="Image 0" descr="docs/screens/v40s5g/regpipe-5g-30행-URL5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4572000"/>
            <a:ext cx="10789920" cy="1783080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685800" y="6382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검수 화면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현황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 돌고 있는 것들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89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76272"/>
            <a:ext cx="201168" cy="201168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2020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쿠팡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313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 OpenAPI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21305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 후 판매중 상태 달성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807208"/>
            <a:ext cx="10789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108960"/>
            <a:ext cx="201168" cy="201168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스마트스토어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246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커머스API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페이로드 규격 확정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739896"/>
            <a:ext cx="10789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041648"/>
            <a:ext cx="201168" cy="201168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7160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자사몰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78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REST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3995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 실증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672584"/>
            <a:ext cx="10789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4974336"/>
            <a:ext cx="201168" cy="20116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71600" y="4818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수집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111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확장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49286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아마존·알리·라쿠텐·테무 등 13개 소스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확정된 사실만 적었습니다. 진행 중인 항목은 다음 장에서 계획으로 구분합니다.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· 개인정보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판매자 키를 다루는 방식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130552"/>
            <a:ext cx="310896" cy="310896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221992"/>
            <a:ext cx="128016" cy="128016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99032" y="2057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판매자별 키 암호화 저장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23682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판매자의 마켓 API 키는 암호화해 보관합니다. 평문으로 두지 않습니다.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130552"/>
            <a:ext cx="310896" cy="310896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11" name="Shape 9"/>
          <p:cNvSpPr/>
          <p:nvPr/>
        </p:nvSpPr>
        <p:spPr>
          <a:xfrm>
            <a:off x="6565392" y="2221992"/>
            <a:ext cx="128016" cy="128016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31152" y="2057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고정 IP 릴레이 경유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31152" y="23682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 API 호출은 허용된 고정 IP를 지나갑니다. 판매자가 IP를 등록해 두면 그대로 동작합니다.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172968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1832" y="3429000"/>
            <a:ext cx="310896" cy="310896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3272" y="3520440"/>
            <a:ext cx="128016" cy="128016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99032" y="3355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판매자 간 데이터 격리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99032" y="366674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수집·등록·주문 데이터는 판매자 식별자로 나뉘어 서로 보이지 않습니다.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172968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3429000"/>
            <a:ext cx="310896" cy="310896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21" name="Shape 19"/>
          <p:cNvSpPr/>
          <p:nvPr/>
        </p:nvSpPr>
        <p:spPr>
          <a:xfrm>
            <a:off x="6565392" y="3520440"/>
            <a:ext cx="128016" cy="128016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31152" y="3355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구매자 개인정보 미보관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366674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처리에 필요한 시점에 조회만 하고, 별도로 쌓아 두지 않습니다.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471416"/>
            <a:ext cx="107899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41832" y="4727448"/>
            <a:ext cx="310896" cy="310896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3272" y="4818888"/>
            <a:ext cx="128016" cy="128016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399032" y="4654296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실패 원문 로깅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99032" y="4965192"/>
            <a:ext cx="9829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마켓이 거부하면 응답 원문을 남깁니다. 무엇이 왜 막혔는지 알아야 잘못 재전송하지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카카오쇼핑 연동 계획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대행사 앱 + 판매자 인증키 매핑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29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매핑 모델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5059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대행사 앱 Admin키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8833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고가브릿지 서버가 보관 · 판매자에게 노출하지 않음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9923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 API 인증키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3697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판매자가 입력 · 암호화 저장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54787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매핑 상태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78561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미매핑 / 대기 / 활성 — 승인 전에는 활성으로 표시하지 않음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37960" y="2029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연동 범위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5059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 · 수정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68833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검수표를 통과한 상품을 등록하고 가격·재고를 갱신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99923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조회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23697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상태를 읽어 판매자 콘솔에 표시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54787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문의 조회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78561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문의를 읽어 응대 화면으로 연결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51560" y="44988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기간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773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후 4주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4988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판매자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4773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우주대행 (톡스토어 입점)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44988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착수 조건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4773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대행사 승인 · 개발 문서 · 테스트 계정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규격은 공개 문서를 확인한 뒤 확정합니다. 확인 전에는 추정으로 전송하지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 현황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 쓰고 있는 규모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판매자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마켓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쿠팡·스스·자사몰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01000" y="1874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소스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아마존·알리·라쿠텐 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84048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5EFE3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51560" y="40416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쿠팡 · 스마트스토어 · WooCommerce 실증 완료, 파일럿 판매자 2명 운용 중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판매자 수: 12개월 내 50명</a:t>
            </a:r>
            <a:endParaRPr lang="en-US" sz="1300" dirty="0"/>
          </a:p>
        </p:txBody>
      </p:sp>
      <p:pic>
        <p:nvPicPr>
          <p:cNvPr id="19" name="Image 0" descr="docs/screens/v40s6a/dashboard-실데이터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5212080"/>
            <a:ext cx="10789920" cy="11887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8580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대시보드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 · 연락처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874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검토 요청드립니다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85800" y="2971800"/>
            <a:ext cx="201168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3383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33832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고가네 (개인사업자)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40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3840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고우진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297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4297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cigua7134@gmail.com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54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4754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010-4526-8127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212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URL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5212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kohganepercentiii.com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5852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C5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고가브릿지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2026-09-02T10:17:41Z</dcterms:created>
  <dcterms:modified xsi:type="dcterms:W3CDTF">2026-09-02T10:17:41Z</dcterms:modified>
</cp:coreProperties>
</file>